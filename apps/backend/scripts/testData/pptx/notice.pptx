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失物招领处公告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关于恢复现场办公的通知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失物招领处公告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幻灯片1：关于恢复现场办公的通知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自2024年3月1日起恢复现场办公。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幻灯片2：办公地点和时间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地点：图书馆北门一楼102室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时间：周一至周五9:00-17:00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幻灯片3：注意事项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请携带有效身份证件，领取贵重物品需提前预约。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2026-04-04T14:49:13Z</dcterms:created>
  <dcterms:modified xsi:type="dcterms:W3CDTF">2026-04-04T14:49:13Z</dcterms:modified>
</cp:coreProperties>
</file>