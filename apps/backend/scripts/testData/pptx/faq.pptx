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失物招领常见问题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如何发布失物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失物招领常见问题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幻灯片1：如何发布失物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在应用首页点击"发布失物"按钮，填写标题、描述、分类、丢失地点、时间，上传图片后提交审核。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幻灯片2：如何认领失物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需要提供物品照片、丢失经过等证明材料，工作人员审核后通知取物地点和时间。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幻灯片3：失物保存多久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保存时间为30天，贵重物品延长保存。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2026-04-04T14:49:13Z</dcterms:created>
  <dcterms:modified xsi:type="dcterms:W3CDTF">2026-04-04T14:49:13Z</dcterms:modified>
</cp:coreProperties>
</file>