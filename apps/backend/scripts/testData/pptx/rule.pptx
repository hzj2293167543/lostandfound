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失物招领管理规定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管理规定概要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失物招领管理规定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幻灯片1：第一章 总则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为规范校园失物招领工作，维护师生合法权益。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幻灯片2：第二章 物品接收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捡到遗失物应立即送交失物招领处，不得占为己有。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幻灯片3：第三章 物品保管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保管期限为30天，贵重物品单独存放。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2026-04-04T14:49:13Z</dcterms:created>
  <dcterms:modified xsi:type="dcterms:W3CDTF">2026-04-04T14:49:13Z</dcterms:modified>
</cp:coreProperties>
</file>